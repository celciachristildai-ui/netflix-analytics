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United States</c:v>
                  </c:pt>
                  <c:pt idx="1">
                    <c:v>India</c:v>
                  </c:pt>
                  <c:pt idx="2">
                    <c:v>United Kingdom</c:v>
                  </c:pt>
                  <c:pt idx="3">
                    <c:v>Canada</c:v>
                  </c:pt>
                  <c:pt idx="4">
                    <c:v>France</c:v>
                  </c:pt>
                  <c:pt idx="5">
                    <c:v>Japan</c:v>
                  </c:pt>
                  <c:pt idx="6">
                    <c:v>Spain</c:v>
                  </c:pt>
                  <c:pt idx="7">
                    <c:v>South Korea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3297</c:v>
                </c:pt>
                <c:pt idx="1">
                  <c:v>990</c:v>
                </c:pt>
                <c:pt idx="2">
                  <c:v>723</c:v>
                </c:pt>
                <c:pt idx="3">
                  <c:v>412</c:v>
                </c:pt>
                <c:pt idx="4">
                  <c:v>349</c:v>
                </c:pt>
                <c:pt idx="5">
                  <c:v>287</c:v>
                </c:pt>
                <c:pt idx="6">
                  <c:v>215</c:v>
                </c:pt>
                <c:pt idx="7">
                  <c:v>212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International Movies</c:v>
                  </c:pt>
                  <c:pt idx="1">
                    <c:v>Dramas</c:v>
                  </c:pt>
                  <c:pt idx="2">
                    <c:v>Comedies</c:v>
                  </c:pt>
                  <c:pt idx="3">
                    <c:v>International TV Shows</c:v>
                  </c:pt>
                  <c:pt idx="4">
                    <c:v>Documentaries</c:v>
                  </c:pt>
                  <c:pt idx="5">
                    <c:v>Action &amp; Adventure</c:v>
                  </c:pt>
                  <c:pt idx="6">
                    <c:v>TV Dramas</c:v>
                  </c:pt>
                  <c:pt idx="7">
                    <c:v>Independent Movies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2436</c:v>
                </c:pt>
                <c:pt idx="1">
                  <c:v>2105</c:v>
                </c:pt>
                <c:pt idx="2">
                  <c:v>1471</c:v>
                </c:pt>
                <c:pt idx="3">
                  <c:v>1199</c:v>
                </c:pt>
                <c:pt idx="4">
                  <c:v>786</c:v>
                </c:pt>
                <c:pt idx="5">
                  <c:v>721</c:v>
                </c:pt>
                <c:pt idx="6">
                  <c:v>704</c:v>
                </c:pt>
                <c:pt idx="7">
                  <c:v>673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564D4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5376</c:v>
                </c:pt>
                <c:pt idx="1">
                  <c:v>2410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Titles Released by Year (2010+)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Released</c:v>
                </c:pt>
              </c:strCache>
            </c:strRef>
          </c:tx>
          <c:spPr>
            <a:solidFill>
              <a:srgbClr val="C0504D"/>
            </a:solidFill>
            <a:ln w="381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173</c:v>
                </c:pt>
                <c:pt idx="1">
                  <c:v>166</c:v>
                </c:pt>
                <c:pt idx="2">
                  <c:v>219</c:v>
                </c:pt>
                <c:pt idx="3">
                  <c:v>267</c:v>
                </c:pt>
                <c:pt idx="4">
                  <c:v>333</c:v>
                </c:pt>
                <c:pt idx="5">
                  <c:v>541</c:v>
                </c:pt>
                <c:pt idx="6">
                  <c:v>882</c:v>
                </c:pt>
                <c:pt idx="7">
                  <c:v>1012</c:v>
                </c:pt>
                <c:pt idx="8">
                  <c:v>1121</c:v>
                </c:pt>
                <c:pt idx="9">
                  <c:v>996</c:v>
                </c:pt>
                <c:pt idx="10">
                  <c:v>868</c:v>
                </c:pt>
                <c:pt idx="11">
                  <c:v>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 Suter</c:v>
                  </c:pt>
                  <c:pt idx="1">
                    <c:v>Raúl Campos</c:v>
                  </c:pt>
                  <c:pt idx="2">
                    <c:v>Marcus Raboy</c:v>
                  </c:pt>
                  <c:pt idx="3">
                    <c:v>Jay Karas</c:v>
                  </c:pt>
                  <c:pt idx="4">
                    <c:v>Cathy Garcia-Molina</c:v>
                  </c:pt>
                  <c:pt idx="5">
                    <c:v>Youssef Chahine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19</c:v>
                </c:pt>
                <c:pt idx="2">
                  <c:v>16</c:v>
                </c:pt>
                <c:pt idx="3">
                  <c:v>15</c:v>
                </c:pt>
                <c:pt idx="4">
                  <c:v>13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 ANALYTICS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Content Strategy &amp; Global Expansion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· 7,786 titles · 118 countries · 42 genres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0"/>
            <a:ext cx="2011680" cy="2011680"/>
          </a:xfrm>
          <a:prstGeom prst="ellipse">
            <a:avLst/>
          </a:prstGeom>
          <a:solidFill>
            <a:srgbClr val="E50914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4206240"/>
            <a:ext cx="1188720" cy="1188720"/>
          </a:xfrm>
          <a:prstGeom prst="ellipse">
            <a:avLst/>
          </a:prstGeom>
          <a:solidFill>
            <a:srgbClr val="E50914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 · Pandas · Scikit-learn · Streamlit · Plotly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a Netflix Data Analyst's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Analyst, Content Strategy &amp; Global Expansion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catalog metadata into executive-ready decisions on content investment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75320" y="22402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→ cleaning → SQL → EDA → ML → interactive dashboard → recommendations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relational SQLite database + 50 advanced SQL queries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executed Jupyter notebooks (cleaning, EDA, statistics, ML)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11-page Streamlit executive dashboard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PDF executive report + this presentation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Analytics  ·  Data Analyst Portfolio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COLLECTION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21F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7,786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21F1F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21F1F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21F1F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Fields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Titles dataset (public catalog metadata, 2008-2021 era)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show_id, type, title, director, cast, country, date_added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release_year, rating, duration, listed_in (genre), description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Data Quality Issues (addressed in Phase 2)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7947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~31% missing director, ~9% missing cast/country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duration units (minutes vs. seasons)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rating labels (UR vs NR)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country/genre/cast fields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Analytics  ·  Data Analyst Portfolio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DATA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Export to Analysis-Ready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placeholder strategy — 'Unknown' for categorical, flagged (not imputed) for dates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92808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8562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fuzzy (title+type+year) duplicate detection and removal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892808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8562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Standardization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468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dates parsed into ISO datetimes with year/month/quarter/weekday helpers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41648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005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Parsing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617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incompatible units: duration_minutes (movies) vs duration_seasons (TV)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041648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4005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Standardization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4617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label fixes (UR→NR) + derived maturity_level bucket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041648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4005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4617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 country/genre/cast/director into long-format relational tables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Analytics  ·  Data Analyst Portfolio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Countries Produce the Most Content?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840480" cy="4389120"/>
          </a:xfrm>
          <a:prstGeom prst="roundRect">
            <a:avLst>
              <a:gd name="adj" fmla="val 1905"/>
            </a:avLst>
          </a:prstGeom>
          <a:solidFill>
            <a:srgbClr val="221F1F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233172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leads with 3,297 titles (42% of the catalog).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clear #2 market, anchored almost entirely in International Movies — a strong signal for continued investment in Indian originals.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Analytics  ·  Data Analyst Portfolio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Genres Across the Catalog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0972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Analytics  ·  Data Analyst Portfolio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vs TV Show Strategy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47548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0" y="1691640"/>
          <a:ext cx="6126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Analytics  ·  Data Analyst Portfolio Project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Frequent Directors on the Platform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772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691640"/>
            <a:ext cx="3108960" cy="4389120"/>
          </a:xfrm>
          <a:prstGeom prst="roundRect">
            <a:avLst>
              <a:gd name="adj" fmla="val 2353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3252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732520" y="228600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directors signal reliable, repeatable production relationships — valuable inputs for first-look deal prioritization and co-production negotiations.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Analytics  ·  Data Analyst Portfolio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4 &amp; 8 — SQL +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Charts: SQL Depth &amp; a Real ML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Query Library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advanced SQL queries: CTEs, window functions (RANK, LAG, NTILE), JOINs, subqueries, CASE logic, date functions, and 7 reusable views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executed and validated against a real SQLite database — zero hand-typed results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predicts Movie vs TV Show from metadata with strong held-out accuracy (no label leakage)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content-based recommender powers 'because you watched X' suggestions in the dashboard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rating prediction explicitly scoped out — the dataset has no rating/score field, and we say so rather than fabricate 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Analytics  ·  Data Analyst Portfolio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INTERACTIVE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11-Page Executive Dashboard (Streamlit)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5F1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+ KPI Cards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73736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Content Map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5F1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73736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52560" y="17373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9720" y="173736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Performance (drill-through)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5F1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546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Trend Dashboard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1546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Dashboard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5F1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1546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vs TV Dashboard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3154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31546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Search &amp; Detail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5F1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720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Director/Actor Rankings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45720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45720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Timeline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5720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5F5F1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5720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Recs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filters (Year, Country, Genre, Rating) apply live across every page · Run with: streamlit run dashboard/app.py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Analytics  ·  Data Analyst Portfolio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BUSINESS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Future Investment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India &amp; South Korea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genre diversity + growth momentum mean incremental investment compounds efficiently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9202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underrepresented genres in saturated markets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content overlap with competitors; capture underserved niche demand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1605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the content-drop calendar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seasonal peaks may be diluted by competitor activity in the same window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0624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1605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Movie/TV classifier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48463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catalog QA to catch metadata mis-tags before titles go live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Analytics  ·  Data Analyst Portfolio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Build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10332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 external IMDb ratings dataset to build a genuine rating-prediction model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content-based recommender with collaborative filtering once real viewing-behavior data is available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dashboard to Streamlit Community Cloud for live executive access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SQLite to PostgreSQL for concurrent multi-analyst access at scale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data-quality alerting (e.g. Great Expectations) ahead of each catalog refresh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github project: Netflix-Analytics/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Analytics — Executive Content Strategy</dc:title>
  <dc:subject>PptxGenJS Presentation</dc:subject>
  <dc:creator>Data Analytics Team</dc:creator>
  <cp:lastModifiedBy>Data Analytics Team</cp:lastModifiedBy>
  <cp:revision>1</cp:revision>
  <dcterms:created xsi:type="dcterms:W3CDTF">2026-06-22T11:51:16Z</dcterms:created>
  <dcterms:modified xsi:type="dcterms:W3CDTF">2026-06-22T11:51:16Z</dcterms:modified>
</cp:coreProperties>
</file>